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94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in Public Relations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Automating PR and Branding with Python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 of AI in PR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Media Monitoring</a:t>
            </a:r>
          </a:p>
          <a:p>
            <a:endParaRPr/>
          </a:p>
          <a:p>
            <a:endParaRPr/>
          </a:p>
          <a:p>
            <a:r>
              <a:t>Content Generation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Brand Logo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5E124B-4972-9E08-1ED2-371E6A0D7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199" y="1028699"/>
            <a:ext cx="4810551" cy="48105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</Words>
  <Application>Microsoft Office PowerPoint</Application>
  <PresentationFormat>On-screen Show (4:3)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AI in Public Relations</vt:lpstr>
      <vt:lpstr>Applications of AI in PR</vt:lpstr>
      <vt:lpstr>Brand Logo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Pranav</cp:lastModifiedBy>
  <cp:revision>3</cp:revision>
  <dcterms:created xsi:type="dcterms:W3CDTF">2013-01-27T09:14:16Z</dcterms:created>
  <dcterms:modified xsi:type="dcterms:W3CDTF">2026-03-25T13:59:11Z</dcterms:modified>
  <cp:category/>
</cp:coreProperties>
</file>