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in Public Relations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Automating PR and Branding with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