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Public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PR and Branding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in PR?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automate content creation, audience targeting, and media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